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47" d="100"/>
          <a:sy n="47" d="100"/>
        </p:scale>
        <p:origin x="94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1B1A51-DBDF-4087-A106-5271BC574C7F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BCEBCE-4851-4B49-BA6F-F1194B81CE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48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BCEBCE-4851-4B49-BA6F-F1194B81CEA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806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18-02-2026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18-02-2026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18-02-2026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18-02-2026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5169FA5-D69F-42A4-5536-E941EB82B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8" y="94017"/>
            <a:ext cx="685801" cy="75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roject Jupyter - Wikipedia">
            <a:extLst>
              <a:ext uri="{FF2B5EF4-FFF2-40B4-BE49-F238E27FC236}">
                <a16:creationId xmlns:a16="http://schemas.microsoft.com/office/drawing/2014/main" id="{972C6F2B-0BE1-CEC3-14C2-356A65B2C2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425" y="5995659"/>
            <a:ext cx="638574" cy="740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015" y="2435690"/>
            <a:ext cx="11139524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Chart Type: Donut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Bar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Stacked Column Chart.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5FBAB8-8868-F60C-382A-AC6957B06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8" y="94017"/>
            <a:ext cx="685801" cy="75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Project Jupyter - Wikipedia">
            <a:extLst>
              <a:ext uri="{FF2B5EF4-FFF2-40B4-BE49-F238E27FC236}">
                <a16:creationId xmlns:a16="http://schemas.microsoft.com/office/drawing/2014/main" id="{E1347EE7-FE29-0E29-BF15-30E6447AE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425" y="5995659"/>
            <a:ext cx="638574" cy="740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2095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015" y="2560247"/>
            <a:ext cx="11353802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Line Chart.</a:t>
            </a:r>
            <a:endParaRPr lang="en-US" altLang="en-US" sz="1600" b="1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Donut/ Pie Chart.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Funnel Map.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08E2635-0769-D65B-377B-2B89B53AAD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8" y="94017"/>
            <a:ext cx="685801" cy="75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Project Jupyter - Wikipedia">
            <a:extLst>
              <a:ext uri="{FF2B5EF4-FFF2-40B4-BE49-F238E27FC236}">
                <a16:creationId xmlns:a16="http://schemas.microsoft.com/office/drawing/2014/main" id="{477DCD06-8CCD-19DF-C8D4-3B05B23C2E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425" y="5995659"/>
            <a:ext cx="638574" cy="740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29448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9834</TotalTime>
  <Words>349</Words>
  <Application>Microsoft Office PowerPoint</Application>
  <PresentationFormat>Widescreen</PresentationFormat>
  <Paragraphs>36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snehal kadam</cp:lastModifiedBy>
  <cp:revision>16</cp:revision>
  <dcterms:created xsi:type="dcterms:W3CDTF">2024-06-24T12:27:37Z</dcterms:created>
  <dcterms:modified xsi:type="dcterms:W3CDTF">2026-02-18T14:49:06Z</dcterms:modified>
</cp:coreProperties>
</file>